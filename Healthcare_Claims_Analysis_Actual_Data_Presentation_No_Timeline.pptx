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43513" y="1463040"/>
            <a:ext cx="5874493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Healthcare Claims Analysis</a:t>
            </a:r>
          </a:p>
          <a:p>
            <a:pPr algn="ctr">
              <a:defRPr sz="2200">
                <a:solidFill>
                  <a:srgbClr val="D2E1F0"/>
                </a:solidFill>
              </a:defRPr>
            </a:pPr>
            <a:r>
              <a:rPr dirty="0"/>
              <a:t>Excel Data Project</a:t>
            </a:r>
            <a:endParaRPr lang="en-US" dirty="0"/>
          </a:p>
          <a:p>
            <a:pPr algn="ctr">
              <a:defRPr sz="2200">
                <a:solidFill>
                  <a:srgbClr val="D2E1F0"/>
                </a:solidFill>
              </a:defRPr>
            </a:pPr>
            <a:endParaRPr dirty="0"/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rPr dirty="0"/>
              <a:t>Presented by Aakash Biradar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1.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The objective of this project is to analyze healthcare claims using Microsoft Excel.</a:t>
            </a:r>
          </a:p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I wanted to understand claim status, claim amount, denial reasons, monthly trends and provider performance.</a:t>
            </a:r>
          </a:p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I created PivotTables and PivotCharts and combined them into an interactive dashboard.</a:t>
            </a:r>
          </a:p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The dashboard allows the user to explore the data instead of looking only at the raw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2. Data Used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" y="1005840"/>
            <a:ext cx="27050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55A5A"/>
                </a:solidFill>
              </a:defRPr>
            </a:pPr>
            <a:r>
              <a:rPr sz="1600" b="1" dirty="0"/>
              <a:t>Main fields used for analysis</a:t>
            </a:r>
            <a:r>
              <a:rPr lang="en-US" sz="1600" b="1" dirty="0"/>
              <a:t> -</a:t>
            </a:r>
            <a:endParaRPr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 err="1"/>
              <a:t>Claim_ID</a:t>
            </a:r>
            <a:r>
              <a:rPr dirty="0"/>
              <a:t> – unique identification number for each claim.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/>
              <a:t>Insurer and </a:t>
            </a:r>
            <a:r>
              <a:rPr dirty="0" err="1"/>
              <a:t>Claim_Status</a:t>
            </a:r>
            <a:r>
              <a:rPr dirty="0"/>
              <a:t> – used to compare approved, denied, paid, pending and other statuses.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 err="1"/>
              <a:t>Claim_Amount</a:t>
            </a:r>
            <a:r>
              <a:rPr dirty="0"/>
              <a:t>, </a:t>
            </a:r>
            <a:r>
              <a:rPr dirty="0" err="1"/>
              <a:t>Paid_Amount</a:t>
            </a:r>
            <a:r>
              <a:rPr dirty="0"/>
              <a:t> and </a:t>
            </a:r>
            <a:r>
              <a:rPr dirty="0" err="1"/>
              <a:t>Approved_Amount</a:t>
            </a:r>
            <a:r>
              <a:rPr dirty="0"/>
              <a:t> – used for financial analysis.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 err="1"/>
              <a:t>Diagnosis_Desc</a:t>
            </a:r>
            <a:r>
              <a:rPr dirty="0"/>
              <a:t> and </a:t>
            </a:r>
            <a:r>
              <a:rPr dirty="0" err="1"/>
              <a:t>Denial_Reason</a:t>
            </a:r>
            <a:r>
              <a:rPr dirty="0"/>
              <a:t> – used to understand medical categories and claim rejections.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 err="1"/>
              <a:t>Claim_Submitted_Date</a:t>
            </a:r>
            <a:r>
              <a:rPr dirty="0"/>
              <a:t> and </a:t>
            </a:r>
            <a:r>
              <a:rPr dirty="0" err="1"/>
              <a:t>Processing_Days</a:t>
            </a:r>
            <a:r>
              <a:rPr dirty="0"/>
              <a:t> – used for monthly trends and processing performance.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 err="1"/>
              <a:t>Provider_Name</a:t>
            </a:r>
            <a:r>
              <a:rPr dirty="0"/>
              <a:t>, </a:t>
            </a:r>
            <a:r>
              <a:rPr dirty="0" err="1"/>
              <a:t>Claim_Type</a:t>
            </a:r>
            <a:r>
              <a:rPr dirty="0"/>
              <a:t> and </a:t>
            </a:r>
            <a:r>
              <a:rPr dirty="0" err="1"/>
              <a:t>Plan_Type</a:t>
            </a:r>
            <a:r>
              <a:rPr dirty="0"/>
              <a:t> – used for provider and insurance-plan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3. Dashboard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9797" y="822960"/>
            <a:ext cx="41185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55A5A"/>
                </a:solidFill>
              </a:defRPr>
            </a:pPr>
            <a:r>
              <a:rPr sz="1600" b="1" dirty="0"/>
              <a:t>Values taken from the user's actual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417320"/>
          </a:xfrm>
          <a:prstGeom prst="roundRect">
            <a:avLst/>
          </a:prstGeom>
          <a:solidFill>
            <a:srgbClr val="F5F8F2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49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819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456"/>
                </a:solidFill>
              </a:defRPr>
            </a:pPr>
            <a:r>
              <a:t>TOTAL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116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456"/>
                </a:solidFill>
              </a:defRPr>
            </a:pPr>
            <a:r>
              <a:t>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514600" cy="1417320"/>
          </a:xfrm>
          <a:prstGeom prst="roundRect">
            <a:avLst/>
          </a:prstGeom>
          <a:solidFill>
            <a:srgbClr val="F5F8F2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73152" cy="1417320"/>
          </a:xfrm>
          <a:prstGeom prst="rect">
            <a:avLst/>
          </a:prstGeom>
          <a:solidFill>
            <a:srgbClr val="49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5819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456"/>
                </a:solidFill>
              </a:defRPr>
            </a:pPr>
            <a:r>
              <a:t>TOTAL CLAIM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0116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456"/>
                </a:solidFill>
              </a:defRPr>
            </a:pPr>
            <a:r>
              <a:t>₹3,91,14,900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514600" cy="1417320"/>
          </a:xfrm>
          <a:prstGeom prst="roundRect">
            <a:avLst/>
          </a:prstGeom>
          <a:solidFill>
            <a:srgbClr val="F5F8F2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73152" cy="1417320"/>
          </a:xfrm>
          <a:prstGeom prst="rect">
            <a:avLst/>
          </a:prstGeom>
          <a:solidFill>
            <a:srgbClr val="49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5819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456"/>
                </a:solidFill>
              </a:defRPr>
            </a:pPr>
            <a:r>
              <a:t>TOTAL PAID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0116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456"/>
                </a:solidFill>
              </a:defRPr>
            </a:pPr>
            <a:r>
              <a:rPr dirty="0"/>
              <a:t>₹1,27,90,030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417320"/>
            <a:ext cx="2514600" cy="1417320"/>
          </a:xfrm>
          <a:prstGeom prst="roundRect">
            <a:avLst/>
          </a:prstGeom>
          <a:solidFill>
            <a:srgbClr val="F5F8F2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1417320"/>
            <a:ext cx="73152" cy="1417320"/>
          </a:xfrm>
          <a:prstGeom prst="rect">
            <a:avLst/>
          </a:prstGeom>
          <a:solidFill>
            <a:srgbClr val="49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5819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456"/>
                </a:solidFill>
              </a:defRPr>
            </a:pPr>
            <a:r>
              <a:t>AVERAGE PROCESSING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0116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456"/>
                </a:solidFill>
              </a:defRPr>
            </a:pPr>
            <a:r>
              <a:t>25.42424242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375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t>These KPI cards provide a quick summary of the dataset.</a:t>
            </a:r>
          </a:p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t>The KPI values can be linked to PivotTables using GETPIVOTDATA.</a:t>
            </a:r>
          </a:p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t>When a connected slicer filters the PivotTable, the KPI can update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4. PivotTable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t>Claims by Insurer: compares claim status categories for each insurer.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t>Claims Amount by Diagnosis: compares the claim amount across diagnosis categories.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t>Denial Reason Analysis: shows the financial amount associated with different denial reasons.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t>Provider Performance: compares paid amount and processing performance by provider.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t>Monthly Claim Trend: shows how claim count and claim amount change over time.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t>Claim Type by Plan Type: compares approved claim amounts across plan types and claim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5. Final Excel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6778" y="726948"/>
            <a:ext cx="42381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55A5A"/>
                </a:solidFill>
              </a:defRPr>
            </a:pPr>
            <a:r>
              <a:rPr sz="1600" b="1" dirty="0"/>
              <a:t>Actual dashboard created from the project data</a:t>
            </a:r>
          </a:p>
        </p:txBody>
      </p:sp>
      <p:pic>
        <p:nvPicPr>
          <p:cNvPr id="5" name="Picture 4" descr="5F5D67B1-2471-4A96-A91E-C8D4A5026DC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6716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AC0E5-D051-3746-55A3-201F2742F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11735817" cy="5458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A81368-BE4A-C047-A371-27C509455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124712"/>
            <a:ext cx="11735817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6. How I Made the Dashboard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/>
              <a:t>First, I kept all PivotTables based on the same Excel Table source.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/>
              <a:t>I created Slicers for fields such as Insurer, Claim Status, Claim Type and Plan Type.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/>
              <a:t>Using Slicer → Report Connections, I connected the slicers to the required PivotTables.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/>
              <a:t>I </a:t>
            </a:r>
            <a:r>
              <a:rPr lang="en-US" dirty="0"/>
              <a:t>also</a:t>
            </a:r>
            <a:r>
              <a:rPr dirty="0"/>
              <a:t> link KPI cards to PivotTable results.</a:t>
            </a:r>
          </a:p>
          <a:p>
            <a:pPr>
              <a:spcAft>
                <a:spcPts val="1100"/>
              </a:spcAft>
              <a:defRPr sz="1700">
                <a:solidFill>
                  <a:srgbClr val="282D32"/>
                </a:solidFill>
              </a:defRPr>
            </a:pPr>
            <a:r>
              <a:rPr dirty="0"/>
              <a:t>Therefore, selecting a filter changes the connected PivotTables, </a:t>
            </a:r>
            <a:r>
              <a:rPr dirty="0" err="1"/>
              <a:t>PivotCharts</a:t>
            </a:r>
            <a:r>
              <a:rPr dirty="0"/>
              <a:t> and KPI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2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7. What the Dashboard Helps Me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rPr dirty="0"/>
              <a:t>Which insurers have more claims in each status category.</a:t>
            </a:r>
          </a:p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rPr dirty="0"/>
              <a:t>Which diagnosis categories have larger claim amounts.</a:t>
            </a:r>
          </a:p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rPr dirty="0"/>
              <a:t>Which months have higher or lower claim activity.</a:t>
            </a:r>
          </a:p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rPr dirty="0"/>
              <a:t>Which providers have higher paid amounts and how processing time differs between providers.</a:t>
            </a:r>
          </a:p>
          <a:p>
            <a:pPr>
              <a:spcAft>
                <a:spcPts val="1100"/>
              </a:spcAft>
              <a:defRPr sz="1800">
                <a:solidFill>
                  <a:srgbClr val="282D32"/>
                </a:solidFill>
              </a:defRPr>
            </a:pPr>
            <a:r>
              <a:rPr dirty="0"/>
              <a:t>How approved amounts vary across claim types and insurance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6"/>
                </a:solidFill>
              </a:defRPr>
            </a:pPr>
            <a:r>
              <a:t>8. Conclusion &amp;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This project helped me convert raw healthcare claims data into an interactive Excel dashboard.</a:t>
            </a:r>
          </a:p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I practiced data preparation, PivotTables, PivotCharts, KPI creation and dashboard design.</a:t>
            </a:r>
          </a:p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I also learned how Slicers and Report Connections make an Excel dashboard interactive.</a:t>
            </a:r>
          </a:p>
          <a:p>
            <a:pPr>
              <a:spcAft>
                <a:spcPts val="1100"/>
              </a:spcAft>
              <a:defRPr sz="1900">
                <a:solidFill>
                  <a:srgbClr val="282D32"/>
                </a:solidFill>
              </a:defRPr>
            </a:pPr>
            <a:r>
              <a:t>The project demonstrates practical Excel skills that can be used for reporting and 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16211" y="3200400"/>
            <a:ext cx="512909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2E1F0"/>
                </a:solidFill>
              </a:defRPr>
            </a:pPr>
            <a:r>
              <a:rPr dirty="0"/>
              <a:t>Healthcare Claims Analysis – Excel 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Aakash Biradar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580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aakash biradar</dc:creator>
  <cp:keywords/>
  <dc:description>generated using python-pptx</dc:description>
  <cp:lastModifiedBy>aakash biradar</cp:lastModifiedBy>
  <cp:revision>2</cp:revision>
  <dcterms:created xsi:type="dcterms:W3CDTF">2013-01-27T09:14:16Z</dcterms:created>
  <dcterms:modified xsi:type="dcterms:W3CDTF">2026-09-30T11:15:50Z</dcterms:modified>
  <cp:category/>
</cp:coreProperties>
</file>